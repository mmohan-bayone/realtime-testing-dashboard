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Testing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QA observability for live test execution &amp; CI health</a:t>
            </a:r>
          </a:p>
          <a:p>
            <a:r>
              <a:t>Board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Single pane of glass for automated test execution: pass rates, defects, and trends—updated continuously.</a:t>
            </a:r>
          </a:p>
          <a:p>
            <a:pPr>
              <a:defRPr sz="1600"/>
            </a:pPr>
            <a:r>
              <a:t>Connects CI (e.g. GitHub Actions + Playwright) to a live dashboard without manual report chasing.</a:t>
            </a:r>
          </a:p>
          <a:p>
            <a:pPr>
              <a:defRPr sz="1600"/>
            </a:pPr>
            <a:r>
              <a:t>Modern stack (FastAPI + React), cloud-ready (e.g. Render + Vercel), API-first for future integrations.</a:t>
            </a:r>
          </a:p>
          <a:p>
            <a:pPr>
              <a:defRPr sz="1600"/>
            </a:pPr>
            <a:r>
              <a:t>Designed to shorten feedback loops and improve visibility for engineering and quality leadership.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we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Test results trapped in CI logs, artifacts, and siloed tools—hard to see at a glance.</a:t>
            </a:r>
          </a:p>
          <a:p>
            <a:pPr>
              <a:defRPr sz="1600"/>
            </a:pPr>
            <a:r>
              <a:t>Leadership lacks a real-time view of quality across environments and suites.</a:t>
            </a:r>
          </a:p>
          <a:p>
            <a:pPr>
              <a:defRPr sz="1600"/>
            </a:pPr>
            <a:r>
              <a:t>Playwright/HTML reports are not linkable from GitHub artifacts without extra steps.</a:t>
            </a:r>
          </a:p>
          <a:p>
            <a:pPr>
              <a:defRPr sz="1600"/>
            </a:pPr>
            <a:r>
              <a:t>Teams need a lightweight, defensible view of quality without heavy enterprise tooling.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Real-Time Testing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Live KPIs: total runs, cases, pass rate, open defects, execution status mix.</a:t>
            </a:r>
          </a:p>
          <a:p>
            <a:pPr>
              <a:defRPr sz="1600"/>
            </a:pPr>
            <a:r>
              <a:t>Trend views: module quality, environment distribution, latest run feed.</a:t>
            </a:r>
          </a:p>
          <a:p>
            <a:pPr>
              <a:defRPr sz="1600"/>
            </a:pPr>
            <a:r>
              <a:t>Real-time updates via WebSocket; optional CI ingestion for production runs.</a:t>
            </a:r>
          </a:p>
          <a:p>
            <a:pPr>
              <a:defRPr sz="1600"/>
            </a:pPr>
            <a:r>
              <a:t>Embedded HTML reports when CI uploads the report bundle to the API—full traceability in one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D35"/>
                </a:solidFill>
              </a:defRPr>
            </a:pPr>
            <a:r>
              <a:t>Business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Faster triage</a:t>
            </a:r>
          </a:p>
          <a:p>
            <a:pPr>
              <a:defRPr sz="1400"/>
            </a:pPr>
            <a:r>
              <a:t>• See failures and regressions sooner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Better transparency</a:t>
            </a:r>
          </a:p>
          <a:p>
            <a:pPr>
              <a:defRPr sz="1400"/>
            </a:pPr>
            <a:r>
              <a:t>• Shared view for Eng &amp; QA leadership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Lower friction</a:t>
            </a:r>
          </a:p>
          <a:p>
            <a:pPr>
              <a:defRPr sz="1400"/>
            </a:pPr>
            <a:r>
              <a:t>• Open patterns; fits existing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Operational clarity</a:t>
            </a:r>
          </a:p>
          <a:p>
            <a:pPr>
              <a:defRPr sz="1400"/>
            </a:pPr>
            <a:r>
              <a:t>• Environment and module trends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Audit-friendly</a:t>
            </a:r>
          </a:p>
          <a:p>
            <a:pPr>
              <a:defRPr sz="1400"/>
            </a:pPr>
            <a:r>
              <a:t>• Runs and cases stored in Postgres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Cost control</a:t>
            </a:r>
          </a:p>
          <a:p>
            <a:pPr>
              <a:defRPr sz="1400"/>
            </a:pPr>
            <a:r>
              <a:t>• Fits free/low-cost cloud tiers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capabilities (current)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REST API: summary, runs, case updates; WebSocket channel for live summary refresh.</a:t>
            </a:r>
          </a:p>
          <a:p>
            <a:pPr>
              <a:defRPr sz="1600"/>
            </a:pPr>
            <a:r>
              <a:t>GitHub Actions ingestion: signed POST of test results + optional Playwright HTML report zip.</a:t>
            </a:r>
          </a:p>
          <a:p>
            <a:pPr>
              <a:defRPr sz="1600"/>
            </a:pPr>
            <a:r>
              <a:t>Dashboard UI: KPI cards, execution &amp; environment charts, module quality, live run table, HTML embed.</a:t>
            </a:r>
          </a:p>
          <a:p>
            <a:pPr>
              <a:defRPr sz="1600"/>
            </a:pPr>
            <a:r>
              <a:t>Demo mode: synthetic runs for stakeholder demos without production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Frontend: React + TypeScript (Vite)—static or CDN-hosted; talks to API over HTTPS/WSS.</a:t>
            </a:r>
          </a:p>
          <a:p>
            <a:pPr>
              <a:defRPr sz="1600"/>
            </a:pPr>
            <a:r>
              <a:t>Backend: FastAPI, SQLAlchemy, Alembic migrations; Postgres in production.</a:t>
            </a:r>
          </a:p>
          <a:p>
            <a:pPr>
              <a:defRPr sz="1600"/>
            </a:pPr>
            <a:r>
              <a:t>Ingestion: secure token (X-Ingest-Token); CI never exposes secrets to the browser.</a:t>
            </a:r>
          </a:p>
          <a:p>
            <a:pPr>
              <a:defRPr sz="1600"/>
            </a:pPr>
            <a:r>
              <a:t>Horizontal path: CI → API → database → dashboard + WebSocket broadcast to viewers.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Ingest tokens and credentials live only on the server (e.g. Render secrets), not in the frontend.</a:t>
            </a:r>
          </a:p>
          <a:p>
            <a:pPr>
              <a:defRPr sz="1600"/>
            </a:pPr>
            <a:r>
              <a:t>CORS restricted to known dashboard origins in production.</a:t>
            </a:r>
          </a:p>
          <a:p>
            <a:pPr>
              <a:defRPr sz="1600"/>
            </a:pPr>
            <a:r>
              <a:t>API-driven model: role-based access can be layered via gateway or future auth without UI rewrite.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investment themes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Deeper CI integrations (additional reporters, richer metadata).</a:t>
            </a:r>
          </a:p>
          <a:p>
            <a:pPr>
              <a:defRPr sz="1600"/>
            </a:pPr>
            <a:r>
              <a:t>Optional auth/RBAC and team-scoped projects for multi-tenant use.</a:t>
            </a:r>
          </a:p>
          <a:p>
            <a:pPr>
              <a:defRPr sz="1600"/>
            </a:pPr>
            <a:r>
              <a:t>Alerting (Slack/email) on pass-rate or defect thresholds.</a:t>
            </a:r>
          </a:p>
          <a:p>
            <a:pPr>
              <a:defRPr sz="1600"/>
            </a:pPr>
            <a:r>
              <a:t>Longer retention policies and export for compliance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 (how we measure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Time to detect a regression suite failure (median).</a:t>
            </a:r>
          </a:p>
          <a:p>
            <a:pPr>
              <a:defRPr sz="1600"/>
            </a:pPr>
            <a:r>
              <a:t>Adoption: active CI workflows posting to the dashboard.</a:t>
            </a:r>
          </a:p>
          <a:p>
            <a:pPr>
              <a:defRPr sz="1600"/>
            </a:pPr>
            <a:r>
              <a:t>Reduction in ad-hoc “where is the report?” escalations.</a:t>
            </a:r>
          </a:p>
          <a:p>
            <a:pPr>
              <a:defRPr sz="1600"/>
            </a:pPr>
            <a:r>
              <a:t>Leadership usage: weekly active viewers of the live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Quality is a board-level topic: velocity must not outrun visibility.</a:t>
            </a:r>
          </a:p>
          <a:p>
            <a:pPr>
              <a:defRPr sz="1600"/>
            </a:pPr>
            <a:r>
              <a:t>A lightweight, open, API-first dashboard aligns with modern DevOps and FinOps discipline.</a:t>
            </a:r>
          </a:p>
          <a:p>
            <a:pPr>
              <a:defRPr sz="1600"/>
            </a:pPr>
            <a:r>
              <a:t>Ready to pilot with one team, expand as ingestion patterns stabilize.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