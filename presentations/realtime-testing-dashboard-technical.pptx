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Real-Time Testing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walkthrough — architecture &amp; implementation</a:t>
            </a:r>
          </a:p>
          <a:p>
            <a:r>
              <a:t>(for engineers new to the codebase)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this deck covers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Goal: explain how the app is built end-to-end so a fresher can navigate the repo.</a:t>
            </a:r>
          </a:p>
          <a:p>
            <a:pPr>
              <a:defRPr sz="1500"/>
            </a:pPr>
            <a:r>
              <a:t>We use plain terms first, then map them to folders and HTTP/WebSocket flows.</a:t>
            </a:r>
          </a:p>
          <a:p>
            <a:pPr>
              <a:defRPr sz="1500"/>
            </a:pPr>
            <a:r>
              <a:t>Stack: Python (FastAPI) backend + React (TypeScript) frontend + Postgres (or SQLite locally).</a:t>
            </a:r>
          </a:p>
          <a:p>
            <a:pPr>
              <a:defRPr sz="1500"/>
            </a:pPr>
            <a:r>
              <a:t>You do not need to memorize everything — use this as a map while reading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Concepts in one minute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REST API: browser or CI sends HTTP requests (GET/POST); server returns JSON.</a:t>
            </a:r>
          </a:p>
          <a:p>
            <a:pPr>
              <a:defRPr sz="1500"/>
            </a:pPr>
            <a:r>
              <a:t>WebSocket: long-lived connection; server can push updates to the dashboard without the user refreshing.</a:t>
            </a:r>
          </a:p>
          <a:p>
            <a:pPr>
              <a:defRPr sz="1500"/>
            </a:pPr>
            <a:r>
              <a:t>ORM (SQLAlchemy): Python classes ↔ database rows — you avoid raw SQL for simple CRUD.</a:t>
            </a:r>
          </a:p>
          <a:p>
            <a:pPr>
              <a:defRPr sz="1500"/>
            </a:pPr>
            <a:r>
              <a:t>Migration (Alembic): versioned SQL/schema changes so production DB stays in sync.</a:t>
            </a:r>
          </a:p>
          <a:p>
            <a:pPr>
              <a:defRPr sz="1500"/>
            </a:pPr>
            <a:r>
              <a:t>CORS: browser security rule; API must allow your frontend’s origin to call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picture (data 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1) CI (e.g. GitHub Actions) runs tests → builds JSON payload (+ optional HTML report zip).</a:t>
            </a:r>
          </a:p>
          <a:p>
            <a:pPr>
              <a:defRPr sz="1500"/>
            </a:pPr>
            <a:r>
              <a:t>2) POST to FastAPI ingest → validates JSON → writes TestRun + TestCaseResult rows in Postgres.</a:t>
            </a:r>
          </a:p>
          <a:p>
            <a:pPr>
              <a:defRPr sz="1500"/>
            </a:pPr>
            <a:r>
              <a:t>3) Optional: store HTML report zip on the run; serve files under GET /api/runs/{id}/report/...</a:t>
            </a:r>
          </a:p>
          <a:p>
            <a:pPr>
              <a:defRPr sz="1500"/>
            </a:pPr>
            <a:r>
              <a:t>4) Dashboard calls GET /api/summary for KPIs; WebSocket /ws pushes summary updates after changes.</a:t>
            </a:r>
          </a:p>
          <a:p>
            <a:pPr>
              <a:defRPr sz="1500"/>
            </a:pPr>
            <a:r>
              <a:t>5) React re-renders tables/cards from JSON — no page reload required for WS updates.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layout (where to look)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app/main.py — HTTP routes, WebSocket endpoint, CORS, static/React hosting in prod.</a:t>
            </a:r>
          </a:p>
          <a:p>
            <a:pPr>
              <a:defRPr sz="1500"/>
            </a:pPr>
            <a:r>
              <a:t>app/models.py — SQLAlchemy tables: TestRun, TestCaseResult.</a:t>
            </a:r>
          </a:p>
          <a:p>
            <a:pPr>
              <a:defRPr sz="1500"/>
            </a:pPr>
            <a:r>
              <a:t>app/schemas.py — Pydantic models: request/response shapes + validation.</a:t>
            </a:r>
          </a:p>
          <a:p>
            <a:pPr>
              <a:defRPr sz="1500"/>
            </a:pPr>
            <a:r>
              <a:t>app/repository.py — DB queries: create_run, get_summary, update_case_status.</a:t>
            </a:r>
          </a:p>
          <a:p>
            <a:pPr>
              <a:defRPr sz="1500"/>
            </a:pPr>
            <a:r>
              <a:t>app/realtime.py — ConnectionManager: holds open WebSockets, broadcast(JSON).</a:t>
            </a:r>
          </a:p>
          <a:p>
            <a:pPr>
              <a:defRPr sz="1500"/>
            </a:pPr>
            <a:r>
              <a:t>app/settings.py — env vars: DATABASE_URL, DATA_SOURCE, ingest token, CORS.</a:t>
            </a:r>
          </a:p>
          <a:p>
            <a:pPr>
              <a:defRPr sz="1500"/>
            </a:pPr>
            <a:r>
              <a:t>frontend/src/App.tsx — dashboard UI, fetch /api/summary, connect to /ws.</a:t>
            </a:r>
          </a:p>
          <a:p>
            <a:pPr>
              <a:defRPr sz="1500"/>
            </a:pPr>
            <a:r>
              <a:t>migrations/ — Alembic versions; run alembic upgrade head on deploy.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 (mental model)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TestRun = one execution of a suite (suite name, environment, build id, status, timestamps).</a:t>
            </a:r>
          </a:p>
          <a:p>
            <a:pPr>
              <a:defRPr sz="1500"/>
            </a:pPr>
            <a:r>
              <a:t>TestCaseResult = many rows per run (name, module, status, duration, optional defect id).</a:t>
            </a:r>
          </a:p>
          <a:p>
            <a:pPr>
              <a:defRPr sz="1500"/>
            </a:pPr>
            <a:r>
              <a:t>Run status is derived: when all cases reach terminal states, run becomes PASSED/FAILED/BLOCKED.</a:t>
            </a:r>
          </a:p>
          <a:p>
            <a:pPr>
              <a:defRPr sz="1500"/>
            </a:pPr>
            <a:r>
              <a:t>HTML report: optional columns on TestRun — url, inline HTML, or zip bytes + index path inside zip.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Key API endpoints (HTTP)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4712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02020"/>
                </a:solidFill>
                <a:latin typeface="Courier New"/>
              </a:defRPr>
            </a:pPr>
            <a:r>
              <a:t>GET  /api/health          — liveness</a:t>
            </a:r>
          </a:p>
          <a:p>
            <a:pPr>
              <a:defRPr sz="1100">
                <a:solidFill>
                  <a:srgbClr val="202020"/>
                </a:solidFill>
                <a:latin typeface="Courier New"/>
              </a:defRPr>
            </a:pPr>
            <a:r>
              <a:t>GET  /api/config          — { data_source: demo | github }</a:t>
            </a:r>
          </a:p>
          <a:p>
            <a:pPr>
              <a:defRPr sz="1100">
                <a:solidFill>
                  <a:srgbClr val="202020"/>
                </a:solidFill>
                <a:latin typeface="Courier New"/>
              </a:defRPr>
            </a:pPr>
            <a:r>
              <a:t>GET  /api/summary         — aggregated KPIs + latest_runs (what the dashboard paints)</a:t>
            </a:r>
          </a:p>
          <a:p>
            <a:pPr>
              <a:defRPr sz="1100">
                <a:solidFill>
                  <a:srgbClr val="202020"/>
                </a:solidFill>
                <a:latin typeface="Courier New"/>
              </a:defRPr>
            </a:pPr>
            <a:r>
              <a:t>GET  /api/runs            — list runs</a:t>
            </a:r>
          </a:p>
          <a:p>
            <a:pPr>
              <a:defRPr sz="1100">
                <a:solidFill>
                  <a:srgbClr val="202020"/>
                </a:solidFill>
                <a:latin typeface="Courier New"/>
              </a:defRPr>
            </a:pPr>
            <a:r>
              <a:t>POST /api/runs            — create run (disabled when DATA_SOURCE=github)</a:t>
            </a:r>
          </a:p>
          <a:p>
            <a:pPr>
              <a:defRPr sz="1100">
                <a:solidFill>
                  <a:srgbClr val="202020"/>
                </a:solidFill>
                <a:latin typeface="Courier New"/>
              </a:defRPr>
            </a:pPr>
            <a:r>
              <a:t>POST /api/cases/{id}/status — update one case (demo/interactive)</a:t>
            </a:r>
          </a:p>
          <a:p>
            <a:pPr>
              <a:defRPr sz="1100">
                <a:solidFill>
                  <a:srgbClr val="202020"/>
                </a:solidFill>
                <a:latin typeface="Courier New"/>
              </a:defRPr>
            </a:pPr>
            <a:r>
              <a:t>POST /api/ingest/github-actions/run — JSON-only ingest (CI metrics)</a:t>
            </a:r>
          </a:p>
          <a:p>
            <a:pPr>
              <a:defRPr sz="1100">
                <a:solidFill>
                  <a:srgbClr val="202020"/>
                </a:solidFill>
                <a:latin typeface="Courier New"/>
              </a:defRPr>
            </a:pPr>
            <a:r>
              <a:t>POST /api/ingest/github-actions/run-with-report — multipart: payload + report_zip</a:t>
            </a:r>
          </a:p>
          <a:p>
            <a:pPr>
              <a:defRPr sz="1100">
                <a:solidFill>
                  <a:srgbClr val="202020"/>
                </a:solidFill>
                <a:latin typeface="Courier New"/>
              </a:defRPr>
            </a:pPr>
            <a:r>
              <a:t>GET  /api/runs/{id}/html-report — single-file HTML or redirect to zip index</a:t>
            </a:r>
          </a:p>
          <a:p>
            <a:pPr>
              <a:defRPr sz="1100">
                <a:solidFill>
                  <a:srgbClr val="202020"/>
                </a:solidFill>
                <a:latin typeface="Courier New"/>
              </a:defRPr>
            </a:pPr>
            <a:r>
              <a:t>GET  /api/runs/{id}/report/{path} — serve a file from stored zip</a:t>
            </a:r>
          </a:p>
          <a:p>
            <a:pPr>
              <a:defRPr sz="1100">
                <a:solidFill>
                  <a:srgbClr val="202020"/>
                </a:solidFill>
                <a:latin typeface="Courier New"/>
              </a:defRPr>
            </a:pPr>
            <a:r>
              <a:t>WS   /ws                  — JSON messages with { event, summary 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/api/summary is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repository.get_summary() runs SQL aggregates: counts by status, by environment, by module.</a:t>
            </a:r>
          </a:p>
          <a:p>
            <a:pPr>
              <a:defRPr sz="1500"/>
            </a:pPr>
            <a:r>
              <a:t>Computes pass_rate, open_defects (cases with defect_id set), and latest_runs (top N runs with rollups).</a:t>
            </a:r>
          </a:p>
          <a:p>
            <a:pPr>
              <a:defRPr sz="1500"/>
            </a:pPr>
            <a:r>
              <a:t>Returns one JSON object — the React app types this as Summary and renders KPI cards + tables.</a:t>
            </a:r>
          </a:p>
          <a:p>
            <a:pPr>
              <a:defRPr sz="1500"/>
            </a:pPr>
            <a:r>
              <a:t>generated_at is server time — helps debug cache vs live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WebSocket: why and how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Problem: polling GET /api/summary every few seconds works but is chatty.</a:t>
            </a:r>
          </a:p>
          <a:p>
            <a:pPr>
              <a:defRPr sz="1500"/>
            </a:pPr>
            <a:r>
              <a:t>Solution: after ingest or case update, ConnectionManager.broadcast({ event, summary }) sends fresh summary.</a:t>
            </a:r>
          </a:p>
          <a:p>
            <a:pPr>
              <a:defRPr sz="1500"/>
            </a:pPr>
            <a:r>
              <a:t>Client (App.tsx) opens WebSocket to same API host; on message, merges summary into React state.</a:t>
            </a:r>
          </a:p>
          <a:p>
            <a:pPr>
              <a:defRPr sz="1500"/>
            </a:pPr>
            <a:r>
              <a:t>Fallback: interval refresh every 15s if WS disconnects (e.g. free-tier sleep).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 ingestion: two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JSON-only: POST /api/ingest/github-actions/run + header X-Ingest-Token — body = TestRunCreate.</a:t>
            </a:r>
          </a:p>
          <a:p>
            <a:pPr>
              <a:defRPr sz="1500"/>
            </a:pPr>
            <a:r>
              <a:t>Multipart: POST .../run-with-report — form field payload (JSON string or file) + optional report_zip file.</a:t>
            </a:r>
          </a:p>
          <a:p>
            <a:pPr>
              <a:defRPr sz="1500"/>
            </a:pPr>
            <a:r>
              <a:t>Server parses multipart manually so curl -F payload=@file.json works (file part, not only string).</a:t>
            </a:r>
          </a:p>
          <a:p>
            <a:pPr>
              <a:defRPr sz="1500"/>
            </a:pPr>
            <a:r>
              <a:t>Zip is validated (must contain index.html); stored in DB; static assets served from same API origin.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Frontend: API base URL (important for Vercel + Render)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Production build often lives on vercel.app while API is on render.com — different origins.</a:t>
            </a:r>
          </a:p>
          <a:p>
            <a:pPr>
              <a:defRPr sz="1500"/>
            </a:pPr>
            <a:r>
              <a:t>VITE_API_BASE_URL can point to Render; App.tsx avoids treating Vercel as the API by default.</a:t>
            </a:r>
          </a:p>
          <a:p>
            <a:pPr>
              <a:defRPr sz="1500"/>
            </a:pPr>
            <a:r>
              <a:t>fetch('/api/summary') from Vercel would hit Vercel (wrong) unless proxied — hence explicit base URL.</a:t>
            </a:r>
          </a:p>
          <a:p>
            <a:pPr>
              <a:defRPr sz="1500"/>
            </a:pPr>
            <a:r>
              <a:t>WebSocket URL: http → ws, https → wss, same host as API.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(minimal but real)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GITHUB_ACTIONS_INGEST_TOKEN is compared on every ingest request — secret stays on server.</a:t>
            </a:r>
          </a:p>
          <a:p>
            <a:pPr>
              <a:defRPr sz="1500"/>
            </a:pPr>
            <a:r>
              <a:t>Browser never sees the token; only CI and curl scripts use it.</a:t>
            </a:r>
          </a:p>
          <a:p>
            <a:pPr>
              <a:defRPr sz="1500"/>
            </a:pPr>
            <a:r>
              <a:t>Do not commit tokens; use GitHub Actions secrets + Render env vars.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locally (happy path)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Backend: venv, pip install -r requirements.txt, alembic upgrade head, uvicorn app.main:app --reload.</a:t>
            </a:r>
          </a:p>
          <a:p>
            <a:pPr>
              <a:defRPr sz="1500"/>
            </a:pPr>
            <a:r>
              <a:t>Frontend: cd frontend &amp;&amp; npm install &amp;&amp; npm run dev — Vite proxies /api and /ws to :8000.</a:t>
            </a:r>
          </a:p>
          <a:p>
            <a:pPr>
              <a:defRPr sz="1500"/>
            </a:pPr>
            <a:r>
              <a:t>DATA_SOURCE=demo enables demo simulator + Create Demo Run button; github hides demo writes.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read the code (fresher checklist)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Start at GET /api/summary in app/main.py → follow repository.get_summary().</a:t>
            </a:r>
          </a:p>
          <a:p>
            <a:pPr>
              <a:defRPr sz="1500"/>
            </a:pPr>
            <a:r>
              <a:t>Open models.py to see columns; open schemas.py to see JSON contract for ingest.</a:t>
            </a:r>
          </a:p>
          <a:p>
            <a:pPr>
              <a:defRPr sz="1500"/>
            </a:pPr>
            <a:r>
              <a:t>Trace POST ingest → repository.create_run → _recompute_run_status.</a:t>
            </a:r>
          </a:p>
          <a:p>
            <a:pPr>
              <a:defRPr sz="1500"/>
            </a:pPr>
            <a:r>
              <a:t>Open frontend App.tsx: fetchJson, loadSummary, WebSocket onmessage — mirrors backend events.</a:t>
            </a:r>
          </a:p>
          <a:p>
            <a:pPr>
              <a:defRPr sz="1500"/>
            </a:pPr>
            <a:r>
              <a:t>Use browser DevTools → Network: confirm X-Data-Source header and JSON shape.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Extending the system (ideas)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00"/>
            </a:pPr>
            <a:r>
              <a:t>New field on runs: add column + Alembic migration + schema + repository + UI column.</a:t>
            </a:r>
          </a:p>
          <a:p>
            <a:pPr>
              <a:defRPr sz="1500"/>
            </a:pPr>
            <a:r>
              <a:t>New event source: add a new ingest route or reuse TestRunCreate with richer test_cases.</a:t>
            </a:r>
          </a:p>
          <a:p>
            <a:pPr>
              <a:defRPr sz="1500"/>
            </a:pPr>
            <a:r>
              <a:t>Auth: put API behind OAuth2 proxy or add FastAPI dependencies — patterns stay the same.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Clone repo → run locally → change one label in App.tsx → trace /api/summary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